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95ECE-D76C-4E29-9F61-64868FC3E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A93CCA-9191-FA01-4D83-A351FEC14D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A1E96-FCEC-714A-0993-B6C1513F1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E96F-0251-4464-95E0-685F313D67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36215-A1D8-1E44-DC7B-9F0E80088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B07DF-724C-9A27-F9A1-A53EA8BC0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57B6-5BE5-48AF-A58A-66A600518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81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4D83A-965D-5D5C-7154-99EA38E72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AEAF7-9FA2-F483-94FB-D8FE605CB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F450F-17B7-134A-0AFF-6F73CACFA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E96F-0251-4464-95E0-685F313D67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2E84B-9B1B-1521-C034-58B7694EA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B091C-7E33-97DF-6999-1BF3C68E0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57B6-5BE5-48AF-A58A-66A600518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70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CBAEB-DF68-AA14-1588-560500842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7F232A-45C8-658A-EE7D-3C3D57045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ABFF2-B13C-A6AF-20A6-72D5DBCA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E96F-0251-4464-95E0-685F313D67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23116-5D4A-A033-46F7-9D3395B0F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F574C-D57D-1F2B-A45E-29CFB87A2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57B6-5BE5-48AF-A58A-66A600518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4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49EC2-9449-C76D-98D3-4BE6E1E4C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8F10-BED5-667E-C4F5-B7DC57C6D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464B22-F937-05C9-2DEC-F1CF389C2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EF571-5D2A-6746-976B-637433E9E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E96F-0251-4464-95E0-685F313D67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146F5-6F15-31EC-FF72-A9EE87588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63AC0-32CF-703E-8775-11072F529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57B6-5BE5-48AF-A58A-66A600518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559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12A93-F588-FD97-E067-3829BFCD7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DF9FA-58D0-0200-C994-CA79C7BB4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22CF27-6933-52A6-0126-B9101C62A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B8B1F8-6392-DE14-6BDB-3CC4CB9384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087383-4AD2-83C0-4AB2-E570B14165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D5CA5D-0994-E602-E346-05AAE812A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E96F-0251-4464-95E0-685F313D67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128397-9121-8AC6-0EA9-4532F2CF9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075AE3-1185-FAF3-266C-57CA3F986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57B6-5BE5-48AF-A58A-66A600518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94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808DD-0AED-647E-BA9E-0DAE259CF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164784-5969-1CAB-709B-CDBFFE2F2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E96F-0251-4464-95E0-685F313D67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C55DD1-154D-0FBC-7540-D05A99587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5E9DD-31E7-D29E-2FDF-D7F6C99D4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57B6-5BE5-48AF-A58A-66A600518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7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1E3F16-3B59-39D2-1DE8-DCF70522A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E96F-0251-4464-95E0-685F313D67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95AD31-B033-9AF7-5896-6B209D1E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C17F-9536-F05E-61E6-73C8C679A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57B6-5BE5-48AF-A58A-66A600518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7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8447E-CB6D-148D-096F-B3E0757C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D89DB-F947-D49E-2A46-4039FDDFA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AA3620-8E93-9684-EFE1-28A85470D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1C907-2040-20B8-6D9C-C5432F706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E96F-0251-4464-95E0-685F313D67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28EE0-7FBF-A86B-3B63-7232B635D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916A1-87FD-FF53-0448-8A015B5C0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57B6-5BE5-48AF-A58A-66A600518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79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6015-32E2-0FF7-3798-99AD55267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A13283-573D-1D6F-3379-1016C1C063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4F5AE-B539-E6D3-1606-51D0B1064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B910D-F91A-3025-1ED4-C82CB89B3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E96F-0251-4464-95E0-685F313D67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2987A-C244-05DB-1AD1-999FC2DF5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87D1F-7052-3756-C402-C9EEEA281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57B6-5BE5-48AF-A58A-66A600518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7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55D52-AC60-2519-44B9-90F21A3B9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D1032-BA8E-59B7-7554-8D039AF5F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B0360-A76C-8FD9-F96B-481087AD5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E96F-0251-4464-95E0-685F313D67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DF935-A407-C8B7-E56C-E4D3C0FE1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6947D-D400-0EFB-855A-FC5B260C1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57B6-5BE5-48AF-A58A-66A600518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05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5AACB3-8522-136C-9BA4-9EB14D357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A38DDF-B188-CA51-2E46-0BDA5BFF5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BA32C-7A6A-47B3-67D5-B65D8498F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E96F-0251-4464-95E0-685F313D67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4671-9DFC-E49A-FCD8-A8C5B21F8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BE273-E7F6-6AF7-672D-A183286C6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57B6-5BE5-48AF-A58A-66A600518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739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761C8E-C192-EDC2-2EC3-AA9316BF0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D6234-8F86-CA05-59ED-11918C772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0B151-E25D-E0D1-BAE8-2C9816882D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9AE96F-0251-4464-95E0-685F313D67EB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842CB-E5B1-CD81-A37E-651261C9F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78A7B-449A-EF7E-8865-077EDD21A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157B6-5BE5-48AF-A58A-66A600518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00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14EDC-BEFA-F041-87C7-743F5E1A00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Assessing Crash Hotspots with PennDOT Spatial</a:t>
            </a:r>
            <a:br>
              <a:rPr lang="en-US" dirty="0"/>
            </a:br>
            <a:r>
              <a:rPr lang="en-US" dirty="0"/>
              <a:t>Accident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90CAF0-3D72-C94B-D327-B3B388226F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51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Assessing Crash Hotspots with PennDOT Spatial Accident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Camacho, Logan Javier</dc:creator>
  <cp:lastModifiedBy>Camacho, Logan Javier</cp:lastModifiedBy>
  <cp:revision>1</cp:revision>
  <dcterms:created xsi:type="dcterms:W3CDTF">2025-12-08T06:58:06Z</dcterms:created>
  <dcterms:modified xsi:type="dcterms:W3CDTF">2025-12-08T07:00:54Z</dcterms:modified>
</cp:coreProperties>
</file>